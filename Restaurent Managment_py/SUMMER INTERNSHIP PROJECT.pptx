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0" r:id="rId14"/>
    <p:sldId id="26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9" d="100"/>
          <a:sy n="89" d="100"/>
        </p:scale>
        <p:origin x="-846" y="58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506B8A83-9BEF-4E8D-920B-648439789748}" type="datetimeFigureOut">
              <a:rPr lang="en-US" smtClean="0"/>
              <a:pPr/>
              <a:t>4/22/2019</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A4FCCA6-2D9E-4D2F-A876-374656FC62A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06B8A83-9BEF-4E8D-920B-648439789748}" type="datetimeFigureOut">
              <a:rPr lang="en-US" smtClean="0"/>
              <a:pPr/>
              <a:t>4/22/2019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06B8A83-9BEF-4E8D-920B-648439789748}" type="datetimeFigureOut">
              <a:rPr lang="en-US" smtClean="0"/>
              <a:pPr/>
              <a:t>4/22/2019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4FCCA6-2D9E-4D2F-A876-374656FC62A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06B8A83-9BEF-4E8D-920B-648439789748}" type="datetimeFigureOut">
              <a:rPr lang="en-US" smtClean="0"/>
              <a:pPr/>
              <a:t>4/22/2019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06B8A83-9BEF-4E8D-920B-648439789748}" type="datetimeFigureOut">
              <a:rPr lang="en-US" smtClean="0"/>
              <a:pPr/>
              <a:t>4/22/2019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506B8A83-9BEF-4E8D-920B-648439789748}" type="datetimeFigureOut">
              <a:rPr lang="en-US" smtClean="0"/>
              <a:pPr/>
              <a:t>4/22/2019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B8A83-9BEF-4E8D-920B-648439789748}" type="datetimeFigureOut">
              <a:rPr lang="en-US" smtClean="0"/>
              <a:pPr/>
              <a:t>4/22/2019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06B8A83-9BEF-4E8D-920B-648439789748}" type="datetimeFigureOut">
              <a:rPr lang="en-US" smtClean="0"/>
              <a:pPr/>
              <a:t>4/22/2019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06B8A83-9BEF-4E8D-920B-648439789748}" type="datetimeFigureOut">
              <a:rPr lang="en-US" smtClean="0"/>
              <a:pPr/>
              <a:t>4/22/2019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A4FCCA6-2D9E-4D2F-A876-374656FC62A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06B8A83-9BEF-4E8D-920B-648439789748}" type="datetimeFigureOut">
              <a:rPr lang="en-US" smtClean="0"/>
              <a:pPr/>
              <a:t>4/22/2019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06B8A83-9BEF-4E8D-920B-648439789748}" type="datetimeFigureOut">
              <a:rPr lang="en-US" smtClean="0"/>
              <a:pPr/>
              <a:t>4/22/2019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4FCCA6-2D9E-4D2F-A876-374656FC62AB}" type="slidenum">
              <a:rPr lang="en-US" smtClean="0"/>
              <a:pPr/>
              <a:t>‹#›</a:t>
            </a:fld>
            <a:endParaRPr lang="en-US"/>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06B8A83-9BEF-4E8D-920B-648439789748}" type="datetimeFigureOut">
              <a:rPr lang="en-US" smtClean="0"/>
              <a:pPr/>
              <a:t>4/22/2019</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A4FCCA6-2D9E-4D2F-A876-374656FC62A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dissolve/>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python-programming-language/"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www.jython.org/" TargetMode="External"/><Relationship Id="rId2" Type="http://schemas.openxmlformats.org/officeDocument/2006/relationships/hyperlink" Target="http://wxpython.org/"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hyperlink" Target="https://www.tutorialspoint.com/python/tk_grid.htm" TargetMode="External"/><Relationship Id="rId2" Type="http://schemas.openxmlformats.org/officeDocument/2006/relationships/hyperlink" Target="https://www.tutorialspoint.com/python/tk_pack.htm" TargetMode="External"/><Relationship Id="rId1" Type="http://schemas.openxmlformats.org/officeDocument/2006/relationships/slideLayout" Target="../slideLayouts/slideLayout2.xml"/><Relationship Id="rId4" Type="http://schemas.openxmlformats.org/officeDocument/2006/relationships/hyperlink" Target="https://www.tutorialspoint.com/python/tk_place.ht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smtClean="0"/>
              <a:t>SEMISTER PROJECT</a:t>
            </a:r>
            <a:r>
              <a:rPr lang="en-IN" dirty="0"/>
              <a:t/>
            </a:r>
            <a:br>
              <a:rPr lang="en-IN" dirty="0"/>
            </a:br>
            <a:endParaRPr lang="en-US" dirty="0"/>
          </a:p>
        </p:txBody>
      </p:sp>
      <p:sp>
        <p:nvSpPr>
          <p:cNvPr id="3" name="Subtitle 2"/>
          <p:cNvSpPr>
            <a:spLocks noGrp="1"/>
          </p:cNvSpPr>
          <p:nvPr>
            <p:ph type="subTitle" idx="1"/>
          </p:nvPr>
        </p:nvSpPr>
        <p:spPr/>
        <p:txBody>
          <a:bodyPr/>
          <a:lstStyle/>
          <a:p>
            <a:endParaRPr lang="en-IN" dirty="0"/>
          </a:p>
          <a:p>
            <a:pPr algn="ctr"/>
            <a:r>
              <a:rPr lang="en-IN"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USING PYTHON</a:t>
            </a:r>
          </a:p>
          <a:p>
            <a:endParaRPr lang="en-IN" dirty="0"/>
          </a:p>
          <a:p>
            <a:endParaRPr lang="en-IN" dirty="0"/>
          </a:p>
          <a:p>
            <a:endParaRPr lang="en-IN" dirty="0"/>
          </a:p>
          <a:p>
            <a:endParaRPr lang="en-US" dirty="0"/>
          </a:p>
        </p:txBody>
      </p:sp>
      <p:sp>
        <p:nvSpPr>
          <p:cNvPr id="4" name="Rectangle 3"/>
          <p:cNvSpPr/>
          <p:nvPr/>
        </p:nvSpPr>
        <p:spPr>
          <a:xfrm>
            <a:off x="285721" y="2928934"/>
            <a:ext cx="8858280" cy="1723549"/>
          </a:xfrm>
          <a:prstGeom prst="rect">
            <a:avLst/>
          </a:prstGeom>
          <a:noFill/>
        </p:spPr>
        <p:txBody>
          <a:bodyPr wrap="square" lIns="91440" tIns="45720" rIns="91440" bIns="45720">
            <a:spAutoFit/>
          </a:bodyPr>
          <a:lstStyle/>
          <a:p>
            <a:pPr algn="ctr"/>
            <a:r>
              <a:rPr lang="en-US" sz="3200" b="1" u="sng" dirty="0" smtClean="0"/>
              <a:t>RESTAURANT</a:t>
            </a:r>
            <a:r>
              <a:rPr lang="en-US" sz="2000" b="1" u="sng" dirty="0" smtClean="0"/>
              <a:t>   </a:t>
            </a:r>
            <a:r>
              <a:rPr lang="en-US" sz="3200" b="1" u="sng" dirty="0" smtClean="0"/>
              <a:t>MANAGEMENT</a:t>
            </a:r>
            <a:r>
              <a:rPr lang="en-US" sz="2000" b="1" u="sng" dirty="0" smtClean="0"/>
              <a:t>  </a:t>
            </a:r>
            <a:r>
              <a:rPr lang="en-US" sz="3200" b="1" u="sng" dirty="0" smtClean="0"/>
              <a:t>SYSTEM</a:t>
            </a:r>
          </a:p>
          <a:p>
            <a:pPr algn="ctr"/>
            <a:r>
              <a:rPr lang="en-US" sz="2000" b="1" u="sng" dirty="0" smtClean="0"/>
              <a:t> </a:t>
            </a:r>
            <a:endParaRPr lang="en-IN" sz="2000" dirty="0" smtClean="0"/>
          </a:p>
          <a:p>
            <a:pPr algn="ct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cSld>
  <p:clrMapOvr>
    <a:masterClrMapping/>
  </p:clrMapOvr>
  <p:transition advTm="0">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sz="3200" dirty="0" smtClean="0"/>
          </a:p>
          <a:p>
            <a:endParaRPr lang="en-US" sz="3200" dirty="0" smtClean="0"/>
          </a:p>
          <a:p>
            <a:r>
              <a:rPr lang="en-US" sz="3200" dirty="0" smtClean="0"/>
              <a:t>PRITAM KUMAR SINGH(17CSE064)</a:t>
            </a:r>
          </a:p>
          <a:p>
            <a:r>
              <a:rPr lang="en-GB" sz="3200" dirty="0" smtClean="0"/>
              <a:t>SUMIT PATNAIK(17CSE064)</a:t>
            </a:r>
            <a:endParaRPr lang="en-US" sz="3200" dirty="0" smtClean="0"/>
          </a:p>
          <a:p>
            <a:endParaRPr lang="en-US" sz="3200" dirty="0"/>
          </a:p>
        </p:txBody>
      </p:sp>
      <p:sp>
        <p:nvSpPr>
          <p:cNvPr id="4" name="Title 3"/>
          <p:cNvSpPr>
            <a:spLocks noGrp="1"/>
          </p:cNvSpPr>
          <p:nvPr>
            <p:ph type="title"/>
          </p:nvPr>
        </p:nvSpPr>
        <p:spPr/>
        <p:txBody>
          <a:bodyPr/>
          <a:lstStyle/>
          <a:p>
            <a:r>
              <a:rPr lang="en-IN" dirty="0" smtClean="0"/>
              <a:t>DONE BY</a:t>
            </a:r>
            <a:endParaRPr lang="en-IN" dirty="0"/>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215445"/>
            <a:ext cx="8786842" cy="57554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US" sz="1600" b="1" u="sng" dirty="0" smtClean="0">
                <a:latin typeface="Times New Roman" pitchFamily="18" charset="0"/>
                <a:cs typeface="Times New Roman" pitchFamily="18" charset="0"/>
              </a:rPr>
              <a:t>ABSTRACT</a:t>
            </a:r>
            <a:endParaRPr lang="en-IN" sz="1600" b="1"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	The businesses in restaurants are now growing constantly. At the same time, the need for managing its operations and tasks arises. The best way to optimize these activities is growing the business online as well. Today’s generation encourages high-tech services especially over the Internet.</a:t>
            </a:r>
            <a:endParaRPr lang="en-IN" sz="1600" b="1"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The project “Restaurant Management System” is implemented to reduce the manual work and enhances the accuracy of work in a restaurant.</a:t>
            </a:r>
            <a:endParaRPr lang="en-IN" sz="1600" b="1"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RESTAURANT MANAGEMENT SYSTEM is Desktop Application to restaurant management. Hence the project is developed proficiently to help restaurant. This system wake to provide service facility to restaurant and owners automate their BILLING OPERATIONS.</a:t>
            </a:r>
            <a:endParaRPr lang="en-IN" sz="1600" b="1"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This system entirely reduces the unnecessary time waste inside the hotel as well as it reduces unnecessary calculation.</a:t>
            </a:r>
          </a:p>
          <a:p>
            <a:pPr algn="just"/>
            <a:r>
              <a:rPr lang="en-US" sz="1600" b="1" dirty="0" smtClean="0">
                <a:latin typeface="Times New Roman" pitchFamily="18" charset="0"/>
                <a:cs typeface="Times New Roman" pitchFamily="18" charset="0"/>
              </a:rPr>
              <a:t>As per the new rule Goods and Service Tax (GST) levy on both AC and non-AC restaurants to 5%. Every restaurant charges 5% GST breakup as 2.5% State GST (SGST) and 2.5 % Central GST (CGST) without any other service tax and any other VAT charges.. We have developed a RESTAURANT MANAGEMENT SYSTEM with inbuilt GST calculation in the bill, as well as it shows the amount in rupees how much GST is applied.</a:t>
            </a:r>
            <a:endParaRPr lang="en-IN" sz="1600" b="1"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RESTAURANT MANAGEMENT SYSTEM project fully developed in python language which is currently demanded in market using python GUI </a:t>
            </a:r>
            <a:r>
              <a:rPr lang="en-US" sz="1600" b="1" dirty="0" err="1" smtClean="0">
                <a:latin typeface="Times New Roman" pitchFamily="18" charset="0"/>
                <a:cs typeface="Times New Roman" pitchFamily="18" charset="0"/>
              </a:rPr>
              <a:t>Tkinter</a:t>
            </a:r>
            <a:r>
              <a:rPr lang="en-US" sz="1600" b="1" dirty="0" smtClean="0">
                <a:latin typeface="Times New Roman" pitchFamily="18" charset="0"/>
                <a:cs typeface="Times New Roman" pitchFamily="18" charset="0"/>
              </a:rPr>
              <a:t>. Python is a programming language that lets you work quickly and integrate systems more efficiently.</a:t>
            </a:r>
            <a:endParaRPr lang="en-IN" sz="16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 </a:t>
            </a:r>
            <a:endParaRPr lang="en-IN" sz="1600" b="1" dirty="0" smtClean="0">
              <a:latin typeface="Times New Roman" pitchFamily="18" charset="0"/>
              <a:cs typeface="Times New Roman" pitchFamily="18" charset="0"/>
            </a:endParaRPr>
          </a:p>
          <a:p>
            <a:pPr algn="just"/>
            <a:endParaRPr lang="en-US" sz="1600" b="1" dirty="0" smtClean="0">
              <a:latin typeface="Times New Roman" pitchFamily="18" charset="0"/>
              <a:cs typeface="Times New Roman" pitchFamily="18" charset="0"/>
            </a:endParaRPr>
          </a:p>
          <a:p>
            <a:pPr algn="just"/>
            <a:endParaRPr lang="en-IN" sz="1600" b="1" dirty="0" smtClean="0">
              <a:latin typeface="Times New Roman" pitchFamily="18" charset="0"/>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ChangeArrowheads="1"/>
          </p:cNvSpPr>
          <p:nvPr/>
        </p:nvSpPr>
        <p:spPr bwMode="auto">
          <a:xfrm>
            <a:off x="337440" y="188640"/>
            <a:ext cx="8267008" cy="163121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3200" b="1" i="0" strike="noStrike" cap="none" normalizeH="0" baseline="0" dirty="0" smtClean="0">
              <a:ln>
                <a:noFill/>
              </a:ln>
              <a:solidFill>
                <a:schemeClr val="tx1"/>
              </a:solidFill>
              <a:effectLst/>
              <a:latin typeface="Arial" pitchFamily="34" charset="0"/>
              <a:ea typeface="Calibri" pitchFamily="34" charset="0"/>
              <a:cs typeface="Calibri" pitchFamily="34" charset="0"/>
            </a:endParaRPr>
          </a:p>
          <a:p>
            <a:pPr algn="ctr" fontAlgn="base">
              <a:spcBef>
                <a:spcPct val="0"/>
              </a:spcBef>
              <a:spcAft>
                <a:spcPct val="0"/>
              </a:spcAft>
            </a:pPr>
            <a:r>
              <a:rPr lang="en-US" sz="3200" b="1" dirty="0" smtClean="0">
                <a:latin typeface="Arial" pitchFamily="34" charset="0"/>
                <a:cs typeface="Calibri" pitchFamily="34" charset="0"/>
              </a:rPr>
              <a:t>       </a:t>
            </a:r>
            <a:r>
              <a:rPr lang="en-US" sz="3600" b="1" dirty="0" smtClean="0"/>
              <a:t>Python Language Introduction</a:t>
            </a:r>
            <a:endParaRPr lang="en-IN" sz="3600" dirty="0" smtClean="0"/>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3200" b="0" i="0" strike="noStrike" cap="none" normalizeH="0" baseline="0" dirty="0" smtClean="0">
                <a:ln>
                  <a:noFill/>
                </a:ln>
                <a:solidFill>
                  <a:schemeClr val="tx1"/>
                </a:solidFill>
                <a:effectLst/>
                <a:latin typeface="Arial" pitchFamily="34" charset="0"/>
                <a:cs typeface="Arial" pitchFamily="34" charset="0"/>
              </a:rPr>
              <a:t>`</a:t>
            </a:r>
            <a:endParaRPr kumimoji="0" lang="en-US" sz="3200" b="0" i="0" strike="noStrike" cap="none" normalizeH="0" baseline="0" dirty="0" smtClean="0">
              <a:ln>
                <a:noFill/>
              </a:ln>
              <a:solidFill>
                <a:schemeClr val="tx1"/>
              </a:solidFill>
              <a:effectLst/>
              <a:latin typeface="Arial" pitchFamily="34" charset="0"/>
              <a:cs typeface="Arial" pitchFamily="34" charset="0"/>
            </a:endParaRPr>
          </a:p>
        </p:txBody>
      </p:sp>
      <p:sp>
        <p:nvSpPr>
          <p:cNvPr id="11" name="Content Placeholder 10"/>
          <p:cNvSpPr>
            <a:spLocks noGrp="1"/>
          </p:cNvSpPr>
          <p:nvPr>
            <p:ph idx="4294967295"/>
          </p:nvPr>
        </p:nvSpPr>
        <p:spPr>
          <a:xfrm>
            <a:off x="518864" y="1628340"/>
            <a:ext cx="8229600" cy="4752988"/>
          </a:xfrm>
        </p:spPr>
        <p:txBody>
          <a:bodyPr>
            <a:normAutofit fontScale="92500" lnSpcReduction="10000"/>
          </a:bodyPr>
          <a:lstStyle/>
          <a:p>
            <a:pPr fontAlgn="base"/>
            <a:r>
              <a:rPr lang="en-US" u="sng" dirty="0" smtClean="0">
                <a:hlinkClick r:id="rId2"/>
              </a:rPr>
              <a:t>Python</a:t>
            </a:r>
            <a:r>
              <a:rPr lang="en-US" dirty="0" smtClean="0"/>
              <a:t> is a widely used general-purpose, high level programming language. It was initially designed by </a:t>
            </a:r>
            <a:r>
              <a:rPr lang="en-US" u="sng" dirty="0" smtClean="0"/>
              <a:t>Guido van </a:t>
            </a:r>
            <a:r>
              <a:rPr lang="en-US" u="sng" dirty="0" err="1" smtClean="0"/>
              <a:t>Rossum</a:t>
            </a:r>
            <a:r>
              <a:rPr lang="en-US" u="sng" dirty="0" smtClean="0"/>
              <a:t> in 1991</a:t>
            </a:r>
            <a:r>
              <a:rPr lang="en-US" dirty="0" smtClean="0"/>
              <a:t> and developed by Python Software Foundation. It was mainly developed for emphasis on code readability, and its syntax allows programmers to express concepts in fewer lines of code.</a:t>
            </a:r>
            <a:endParaRPr lang="en-IN" dirty="0" smtClean="0"/>
          </a:p>
          <a:p>
            <a:pPr fontAlgn="base"/>
            <a:r>
              <a:rPr lang="en-US" dirty="0" smtClean="0"/>
              <a:t>Python is a programming language that lets you work quickly and integrate systems more efficiently.</a:t>
            </a:r>
            <a:endParaRPr lang="en-IN" dirty="0" smtClean="0"/>
          </a:p>
          <a:p>
            <a:r>
              <a:rPr lang="en-US" dirty="0" smtClean="0"/>
              <a:t>Python is a high-level, interpreted, interactive and object-oriented scripting language. Python is designed to be highly readable. It uses English keywords frequently where as other languages use punctuation, and it has fewer syntactical constructions than other languages.</a:t>
            </a:r>
            <a:endParaRPr lang="en-IN" dirty="0" smtClean="0"/>
          </a:p>
          <a:p>
            <a:endParaRPr lang="en-IN" dirty="0"/>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8604"/>
            <a:ext cx="8229600" cy="1714512"/>
          </a:xfrm>
        </p:spPr>
        <p:txBody>
          <a:bodyPr>
            <a:normAutofit fontScale="90000"/>
          </a:bodyPr>
          <a:lstStyle/>
          <a:p>
            <a:r>
              <a:rPr lang="en-US" b="1" dirty="0" smtClean="0"/>
              <a:t>Python graphical user interfaces (GUIs)</a:t>
            </a:r>
            <a:r>
              <a:rPr lang="en-IN" dirty="0" smtClean="0"/>
              <a:t/>
            </a:r>
            <a:br>
              <a:rPr lang="en-IN" dirty="0" smtClean="0"/>
            </a:br>
            <a:endParaRPr lang="en-IN" dirty="0"/>
          </a:p>
        </p:txBody>
      </p:sp>
      <p:sp>
        <p:nvSpPr>
          <p:cNvPr id="5" name="Content Placeholder 4"/>
          <p:cNvSpPr>
            <a:spLocks noGrp="1"/>
          </p:cNvSpPr>
          <p:nvPr>
            <p:ph idx="1"/>
          </p:nvPr>
        </p:nvSpPr>
        <p:spPr>
          <a:xfrm>
            <a:off x="457200" y="1714488"/>
            <a:ext cx="8229600" cy="4610112"/>
          </a:xfrm>
        </p:spPr>
        <p:txBody>
          <a:bodyPr>
            <a:normAutofit/>
          </a:bodyPr>
          <a:lstStyle/>
          <a:p>
            <a:pPr lvl="0"/>
            <a:r>
              <a:rPr lang="en-US" sz="2000" b="1" dirty="0" err="1" smtClean="0"/>
              <a:t>Tkinter</a:t>
            </a:r>
            <a:r>
              <a:rPr lang="en-US" sz="2000" dirty="0" smtClean="0"/>
              <a:t> − </a:t>
            </a:r>
            <a:r>
              <a:rPr lang="en-US" sz="2000" dirty="0" err="1" smtClean="0"/>
              <a:t>Tkinter</a:t>
            </a:r>
            <a:r>
              <a:rPr lang="en-US" sz="2000" dirty="0" smtClean="0"/>
              <a:t> is the Python interface to the </a:t>
            </a:r>
            <a:r>
              <a:rPr lang="en-US" sz="2000" dirty="0" err="1" smtClean="0"/>
              <a:t>Tk</a:t>
            </a:r>
            <a:r>
              <a:rPr lang="en-US" sz="2000" dirty="0" smtClean="0"/>
              <a:t> GUI toolkit shipped with Python. We would look this option in this chapter.</a:t>
            </a:r>
            <a:endParaRPr lang="en-IN" sz="2000" dirty="0" smtClean="0"/>
          </a:p>
          <a:p>
            <a:pPr lvl="0"/>
            <a:r>
              <a:rPr lang="en-US" sz="2000" b="1" dirty="0" err="1" smtClean="0"/>
              <a:t>wxPython</a:t>
            </a:r>
            <a:r>
              <a:rPr lang="en-US" sz="2000" dirty="0" smtClean="0"/>
              <a:t> − This is an open-source Python interface for </a:t>
            </a:r>
            <a:r>
              <a:rPr lang="en-US" sz="2000" dirty="0" err="1" smtClean="0"/>
              <a:t>wxWindows</a:t>
            </a:r>
            <a:r>
              <a:rPr lang="en-US" sz="2000" dirty="0" smtClean="0"/>
              <a:t> </a:t>
            </a:r>
            <a:r>
              <a:rPr lang="en-US" sz="2000" u="sng" dirty="0" smtClean="0">
                <a:hlinkClick r:id="rId2"/>
              </a:rPr>
              <a:t>http://wxpython.org</a:t>
            </a:r>
            <a:r>
              <a:rPr lang="en-US" sz="2000" dirty="0" smtClean="0"/>
              <a:t>.</a:t>
            </a:r>
            <a:endParaRPr lang="en-IN" sz="2000" dirty="0" smtClean="0"/>
          </a:p>
          <a:p>
            <a:pPr lvl="0"/>
            <a:r>
              <a:rPr lang="en-US" sz="2000" b="1" dirty="0" err="1" smtClean="0"/>
              <a:t>JPython</a:t>
            </a:r>
            <a:r>
              <a:rPr lang="en-US" sz="2000" dirty="0" smtClean="0"/>
              <a:t> − </a:t>
            </a:r>
            <a:r>
              <a:rPr lang="en-US" sz="2000" dirty="0" err="1" smtClean="0"/>
              <a:t>JPython</a:t>
            </a:r>
            <a:r>
              <a:rPr lang="en-US" sz="2000" dirty="0" smtClean="0"/>
              <a:t> is a Python port for Java which gives Python scripts seamless access to Java class libraries on the local machine </a:t>
            </a:r>
            <a:r>
              <a:rPr lang="en-US" sz="2000" u="sng" dirty="0" smtClean="0">
                <a:hlinkClick r:id="rId3"/>
              </a:rPr>
              <a:t>http://www.jython.org</a:t>
            </a:r>
            <a:r>
              <a:rPr lang="en-US" sz="2000" dirty="0" smtClean="0"/>
              <a:t>.</a:t>
            </a:r>
            <a:endParaRPr lang="en-IN" sz="2000" dirty="0" smtClean="0"/>
          </a:p>
          <a:p>
            <a:r>
              <a:rPr lang="en-US" sz="2000" dirty="0" smtClean="0"/>
              <a:t>There are many other interfaces available, which you can find them on the net.</a:t>
            </a:r>
            <a:endParaRPr lang="en-IN" sz="2000" dirty="0" smtClean="0"/>
          </a:p>
          <a:p>
            <a:r>
              <a:rPr lang="en-US" sz="2000" b="1" dirty="0" smtClean="0"/>
              <a:t> </a:t>
            </a:r>
            <a:endParaRPr lang="en-IN" sz="2000" dirty="0" smtClean="0"/>
          </a:p>
          <a:p>
            <a:endParaRPr lang="en-IN" dirty="0"/>
          </a:p>
        </p:txBody>
      </p:sp>
      <p:pic>
        <p:nvPicPr>
          <p:cNvPr id="6" name="Picture 5" descr="Description: Image result"/>
          <p:cNvPicPr/>
          <p:nvPr/>
        </p:nvPicPr>
        <p:blipFill>
          <a:blip r:embed="rId4"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l="13333" t="8888" r="13750" b="9444"/>
          <a:stretch>
            <a:fillRect/>
          </a:stretch>
        </p:blipFill>
        <p:spPr bwMode="auto">
          <a:xfrm>
            <a:off x="5643570" y="4643446"/>
            <a:ext cx="2976560" cy="2000264"/>
          </a:xfrm>
          <a:prstGeom prst="rect">
            <a:avLst/>
          </a:prstGeom>
          <a:noFill/>
          <a:ln>
            <a:noFill/>
          </a:ln>
        </p:spPr>
      </p:pic>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5984" y="285728"/>
            <a:ext cx="5000660" cy="369332"/>
          </a:xfrm>
          <a:prstGeom prst="rect">
            <a:avLst/>
          </a:prstGeom>
        </p:spPr>
        <p:txBody>
          <a:bodyPr wrap="square">
            <a:spAutoFit/>
          </a:bodyPr>
          <a:lstStyle/>
          <a:p>
            <a:r>
              <a:rPr lang="en-US" i="1" dirty="0" smtClean="0"/>
              <a:t>:</a:t>
            </a:r>
            <a:endParaRPr lang="en-US" dirty="0"/>
          </a:p>
        </p:txBody>
      </p:sp>
      <p:sp>
        <p:nvSpPr>
          <p:cNvPr id="4" name="Title 3"/>
          <p:cNvSpPr>
            <a:spLocks noGrp="1"/>
          </p:cNvSpPr>
          <p:nvPr>
            <p:ph type="title"/>
          </p:nvPr>
        </p:nvSpPr>
        <p:spPr>
          <a:xfrm>
            <a:off x="428596" y="285728"/>
            <a:ext cx="8229600" cy="1428760"/>
          </a:xfrm>
        </p:spPr>
        <p:txBody>
          <a:bodyPr>
            <a:normAutofit fontScale="90000"/>
          </a:bodyPr>
          <a:lstStyle/>
          <a:p>
            <a:r>
              <a:rPr lang="en-US" b="1" dirty="0" smtClean="0"/>
              <a:t>Geometry Management</a:t>
            </a:r>
            <a:r>
              <a:rPr lang="en-IN" dirty="0" smtClean="0"/>
              <a:t/>
            </a:r>
            <a:br>
              <a:rPr lang="en-IN" dirty="0" smtClean="0"/>
            </a:br>
            <a:endParaRPr lang="en-IN" dirty="0"/>
          </a:p>
        </p:txBody>
      </p:sp>
      <p:sp>
        <p:nvSpPr>
          <p:cNvPr id="5" name="Content Placeholder 4"/>
          <p:cNvSpPr>
            <a:spLocks noGrp="1"/>
          </p:cNvSpPr>
          <p:nvPr>
            <p:ph idx="1"/>
          </p:nvPr>
        </p:nvSpPr>
        <p:spPr>
          <a:xfrm>
            <a:off x="357158" y="1500174"/>
            <a:ext cx="8229600" cy="4389120"/>
          </a:xfrm>
        </p:spPr>
        <p:txBody>
          <a:bodyPr>
            <a:normAutofit fontScale="85000" lnSpcReduction="10000"/>
          </a:bodyPr>
          <a:lstStyle/>
          <a:p>
            <a:r>
              <a:rPr lang="en-US" dirty="0" smtClean="0"/>
              <a:t>All </a:t>
            </a:r>
            <a:r>
              <a:rPr lang="en-US" dirty="0" err="1" smtClean="0"/>
              <a:t>Tkinter</a:t>
            </a:r>
            <a:r>
              <a:rPr lang="en-US" dirty="0" smtClean="0"/>
              <a:t> widgets have access to specific geometry management methods, which have the purpose of organizing widgets throughout the parent widget area. </a:t>
            </a:r>
            <a:r>
              <a:rPr lang="en-US" dirty="0" err="1" smtClean="0"/>
              <a:t>Tkinter</a:t>
            </a:r>
            <a:r>
              <a:rPr lang="en-US" dirty="0" smtClean="0"/>
              <a:t> exposes the following geometry manager classes: pack, grid, and place.</a:t>
            </a:r>
            <a:endParaRPr lang="en-IN" dirty="0" smtClean="0"/>
          </a:p>
          <a:p>
            <a:pPr lvl="0"/>
            <a:r>
              <a:rPr lang="en-US" u="sng" dirty="0" smtClean="0">
                <a:hlinkClick r:id="rId2"/>
              </a:rPr>
              <a:t>The </a:t>
            </a:r>
            <a:r>
              <a:rPr lang="en-US" i="1" u="sng" dirty="0" smtClean="0">
                <a:hlinkClick r:id="rId2"/>
              </a:rPr>
              <a:t>pack()</a:t>
            </a:r>
            <a:r>
              <a:rPr lang="en-US" u="sng" dirty="0" smtClean="0">
                <a:hlinkClick r:id="rId2"/>
              </a:rPr>
              <a:t> Method</a:t>
            </a:r>
            <a:r>
              <a:rPr lang="en-US" dirty="0" smtClean="0"/>
              <a:t> − This geometry manager organizes widgets in blocks before placing them in the parent widget.</a:t>
            </a:r>
            <a:endParaRPr lang="en-IN" dirty="0" smtClean="0"/>
          </a:p>
          <a:p>
            <a:pPr lvl="0"/>
            <a:r>
              <a:rPr lang="en-US" u="sng" dirty="0" smtClean="0">
                <a:hlinkClick r:id="rId3"/>
              </a:rPr>
              <a:t>The </a:t>
            </a:r>
            <a:r>
              <a:rPr lang="en-US" i="1" u="sng" dirty="0" smtClean="0">
                <a:hlinkClick r:id="rId3"/>
              </a:rPr>
              <a:t>grid()</a:t>
            </a:r>
            <a:r>
              <a:rPr lang="en-US" u="sng" dirty="0" smtClean="0">
                <a:hlinkClick r:id="rId3"/>
              </a:rPr>
              <a:t> Method</a:t>
            </a:r>
            <a:r>
              <a:rPr lang="en-US" dirty="0" smtClean="0"/>
              <a:t> − This geometry manager organizes widgets in a table-like structure in the parent widget.</a:t>
            </a:r>
            <a:endParaRPr lang="en-IN" dirty="0" smtClean="0"/>
          </a:p>
          <a:p>
            <a:pPr lvl="0"/>
            <a:r>
              <a:rPr lang="en-US" u="sng" dirty="0" smtClean="0">
                <a:hlinkClick r:id="rId4"/>
              </a:rPr>
              <a:t>The </a:t>
            </a:r>
            <a:r>
              <a:rPr lang="en-US" i="1" u="sng" dirty="0" smtClean="0">
                <a:hlinkClick r:id="rId4"/>
              </a:rPr>
              <a:t>place()</a:t>
            </a:r>
            <a:r>
              <a:rPr lang="en-US" u="sng" dirty="0" smtClean="0">
                <a:hlinkClick r:id="rId4"/>
              </a:rPr>
              <a:t> Method</a:t>
            </a:r>
            <a:r>
              <a:rPr lang="en-US" dirty="0" smtClean="0"/>
              <a:t> − This geometry manager organizes widgets by placing them in a specific position in the parent widget.</a:t>
            </a:r>
            <a:endParaRPr lang="en-IN" dirty="0" smtClean="0"/>
          </a:p>
          <a:p>
            <a:r>
              <a:rPr lang="en-US" dirty="0" smtClean="0"/>
              <a:t> </a:t>
            </a:r>
            <a:endParaRPr lang="en-IN" dirty="0" smtClean="0"/>
          </a:p>
          <a:p>
            <a:endParaRPr lang="en-IN" dirty="0"/>
          </a:p>
        </p:txBody>
      </p:sp>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603808-5D9B-4388-BBC5-14EE56ABB81B}"/>
              </a:ext>
            </a:extLst>
          </p:cNvPr>
          <p:cNvSpPr>
            <a:spLocks noGrp="1"/>
          </p:cNvSpPr>
          <p:nvPr>
            <p:ph type="title"/>
          </p:nvPr>
        </p:nvSpPr>
        <p:spPr>
          <a:xfrm>
            <a:off x="457200" y="704088"/>
            <a:ext cx="8229600" cy="780696"/>
          </a:xfrm>
        </p:spPr>
        <p:txBody>
          <a:bodyPr>
            <a:normAutofit fontScale="90000"/>
          </a:bodyPr>
          <a:lstStyle/>
          <a:p>
            <a:r>
              <a:rPr lang="en-US" b="1" u="sng" dirty="0" smtClean="0"/>
              <a:t>SCREENSHOTS</a:t>
            </a:r>
            <a:endParaRPr lang="en-IN" dirty="0"/>
          </a:p>
        </p:txBody>
      </p:sp>
      <p:sp>
        <p:nvSpPr>
          <p:cNvPr id="4" name="Content Placeholder 3"/>
          <p:cNvSpPr>
            <a:spLocks noGrp="1"/>
          </p:cNvSpPr>
          <p:nvPr>
            <p:ph idx="1"/>
          </p:nvPr>
        </p:nvSpPr>
        <p:spPr>
          <a:xfrm>
            <a:off x="357158" y="1785926"/>
            <a:ext cx="8229600" cy="4389120"/>
          </a:xfrm>
        </p:spPr>
        <p:txBody>
          <a:bodyPr>
            <a:normAutofit/>
          </a:bodyPr>
          <a:lstStyle/>
          <a:p>
            <a:r>
              <a:rPr lang="en-US" sz="2000" dirty="0" smtClean="0"/>
              <a:t>GUI – Main display window with name of restaurant name current time and date with calculator</a:t>
            </a:r>
          </a:p>
          <a:p>
            <a:endParaRPr lang="en-IN" sz="2000" dirty="0"/>
          </a:p>
        </p:txBody>
      </p:sp>
    </p:spTree>
    <p:extLst>
      <p:ext uri="{BB962C8B-B14F-4D97-AF65-F5344CB8AC3E}">
        <p14:creationId xmlns="" xmlns:p14="http://schemas.microsoft.com/office/powerpoint/2010/main" val="201297925"/>
      </p:ext>
    </p:extLst>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71C851-AC51-437A-A389-889001E5CA6F}"/>
              </a:ext>
            </a:extLst>
          </p:cNvPr>
          <p:cNvSpPr>
            <a:spLocks noGrp="1"/>
          </p:cNvSpPr>
          <p:nvPr>
            <p:ph type="title"/>
          </p:nvPr>
        </p:nvSpPr>
        <p:spPr/>
        <p:txBody>
          <a:bodyPr>
            <a:normAutofit fontScale="90000"/>
          </a:bodyPr>
          <a:lstStyle/>
          <a:p>
            <a:r>
              <a:rPr lang="en-US" sz="3600" dirty="0" smtClean="0"/>
              <a:t>We have added a calculator for instant calculation </a:t>
            </a:r>
            <a:r>
              <a:rPr lang="en-US" dirty="0" smtClean="0"/>
              <a:t>–</a:t>
            </a:r>
            <a:endParaRPr lang="en-IN" dirty="0"/>
          </a:p>
        </p:txBody>
      </p:sp>
      <p:pic>
        <p:nvPicPr>
          <p:cNvPr id="6" name="Content Placeholder 5"/>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285720" y="2000240"/>
            <a:ext cx="3738614" cy="4389437"/>
          </a:xfrm>
          <a:prstGeom prst="rect">
            <a:avLst/>
          </a:prstGeom>
          <a:noFill/>
          <a:ln>
            <a:noFill/>
          </a:ln>
        </p:spPr>
      </p:pic>
      <p:pic>
        <p:nvPicPr>
          <p:cNvPr id="7" name="Picture 6"/>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572000" y="2000240"/>
            <a:ext cx="3929090" cy="4286280"/>
          </a:xfrm>
          <a:prstGeom prst="rect">
            <a:avLst/>
          </a:prstGeom>
          <a:noFill/>
          <a:ln>
            <a:noFill/>
          </a:ln>
        </p:spPr>
      </p:pic>
    </p:spTree>
    <p:extLst>
      <p:ext uri="{BB962C8B-B14F-4D97-AF65-F5344CB8AC3E}">
        <p14:creationId xmlns="" xmlns:p14="http://schemas.microsoft.com/office/powerpoint/2010/main" val="4201635140"/>
      </p:ext>
    </p:extLst>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5E0008-1A11-45AA-BD38-9FC9906FE45D}"/>
              </a:ext>
            </a:extLst>
          </p:cNvPr>
          <p:cNvSpPr>
            <a:spLocks noGrp="1"/>
          </p:cNvSpPr>
          <p:nvPr>
            <p:ph type="title"/>
          </p:nvPr>
        </p:nvSpPr>
        <p:spPr/>
        <p:txBody>
          <a:bodyPr>
            <a:normAutofit fontScale="90000"/>
          </a:bodyPr>
          <a:lstStyle/>
          <a:p>
            <a:r>
              <a:rPr lang="en-US" dirty="0" smtClean="0"/>
              <a:t>Buttons – </a:t>
            </a:r>
            <a:r>
              <a:rPr lang="en-IN" dirty="0" smtClean="0"/>
              <a:t/>
            </a:r>
            <a:br>
              <a:rPr lang="en-IN" dirty="0" smtClean="0"/>
            </a:br>
            <a:endParaRPr lang="en-IN" dirty="0"/>
          </a:p>
        </p:txBody>
      </p:sp>
      <p:pic>
        <p:nvPicPr>
          <p:cNvPr id="6" name="Content Placeholder 5"/>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1285852" y="1785926"/>
            <a:ext cx="6648450" cy="1357322"/>
          </a:xfrm>
          <a:prstGeom prst="rect">
            <a:avLst/>
          </a:prstGeom>
          <a:noFill/>
          <a:ln>
            <a:noFill/>
          </a:ln>
        </p:spPr>
      </p:pic>
    </p:spTree>
    <p:extLst>
      <p:ext uri="{BB962C8B-B14F-4D97-AF65-F5344CB8AC3E}">
        <p14:creationId xmlns="" xmlns:p14="http://schemas.microsoft.com/office/powerpoint/2010/main" val="3841830177"/>
      </p:ext>
    </p:extLst>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t>We need to insert number of menu items taken by customer ,after inserting no. of items</a:t>
            </a:r>
            <a:r>
              <a:rPr lang="en-IN" sz="2400" dirty="0" smtClean="0"/>
              <a:t/>
            </a:r>
            <a:br>
              <a:rPr lang="en-IN" sz="2400" dirty="0" smtClean="0"/>
            </a:br>
            <a:endParaRPr lang="en-IN" sz="2400" dirty="0"/>
          </a:p>
        </p:txBody>
      </p:sp>
      <p:pic>
        <p:nvPicPr>
          <p:cNvPr id="4" name="Content Placeholder 3"/>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2566987" y="2272506"/>
            <a:ext cx="4010025" cy="3714750"/>
          </a:xfrm>
          <a:prstGeom prst="rect">
            <a:avLst/>
          </a:prstGeom>
          <a:noFill/>
          <a:ln>
            <a:noFill/>
          </a:ln>
        </p:spPr>
      </p:pic>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US" dirty="0" smtClean="0"/>
              <a:t> </a:t>
            </a:r>
            <a:r>
              <a:rPr lang="en-IN" dirty="0" smtClean="0"/>
              <a:t/>
            </a:r>
            <a:br>
              <a:rPr lang="en-IN" dirty="0" smtClean="0"/>
            </a:br>
            <a:r>
              <a:rPr lang="en-IN" dirty="0" smtClean="0"/>
              <a:t/>
            </a:r>
            <a:br>
              <a:rPr lang="en-IN" dirty="0" smtClean="0"/>
            </a:br>
            <a:r>
              <a:rPr lang="en-US" dirty="0" smtClean="0"/>
              <a:t>Generated Bill </a:t>
            </a:r>
            <a:endParaRPr lang="en-IN" dirty="0"/>
          </a:p>
        </p:txBody>
      </p:sp>
      <p:pic>
        <p:nvPicPr>
          <p:cNvPr id="4" name="Content Placeholder 3"/>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2343150" y="2629694"/>
            <a:ext cx="4457700" cy="3000375"/>
          </a:xfrm>
          <a:prstGeom prst="rect">
            <a:avLst/>
          </a:prstGeom>
          <a:noFill/>
          <a:ln>
            <a:noFill/>
          </a:ln>
        </p:spPr>
      </p:pic>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smtClean="0"/>
              <a:t>After clicking TOTAL button it will automatically generate the bill </a:t>
            </a:r>
            <a:r>
              <a:rPr lang="en-IN" dirty="0" smtClean="0"/>
              <a:t/>
            </a:r>
            <a:br>
              <a:rPr lang="en-IN" dirty="0" smtClean="0"/>
            </a:br>
            <a:endParaRPr lang="en-IN" dirty="0"/>
          </a:p>
        </p:txBody>
      </p:sp>
      <p:sp>
        <p:nvSpPr>
          <p:cNvPr id="5" name="Content Placeholder 4"/>
          <p:cNvSpPr>
            <a:spLocks noGrp="1"/>
          </p:cNvSpPr>
          <p:nvPr>
            <p:ph idx="1"/>
          </p:nvPr>
        </p:nvSpPr>
        <p:spPr/>
        <p:txBody>
          <a:bodyPr/>
          <a:lstStyle/>
          <a:p>
            <a:endParaRPr lang="en-US"/>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THANK YOU</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ransition>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196</TotalTime>
  <Words>133</Words>
  <Application>Microsoft Office PowerPoint</Application>
  <PresentationFormat>On-screen Show (4:3)</PresentationFormat>
  <Paragraphs>47</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Flow</vt:lpstr>
      <vt:lpstr>SEMISTER PROJECT </vt:lpstr>
      <vt:lpstr>DONE BY</vt:lpstr>
      <vt:lpstr>Slide 3</vt:lpstr>
      <vt:lpstr>Slide 4</vt:lpstr>
      <vt:lpstr>Slide 5</vt:lpstr>
      <vt:lpstr>Python graphical user interfaces (GUIs) </vt:lpstr>
      <vt:lpstr>Geometry Management </vt:lpstr>
      <vt:lpstr>SCREENSHOTS</vt:lpstr>
      <vt:lpstr>We have added a calculator for instant calculation –</vt:lpstr>
      <vt:lpstr>Buttons –  </vt:lpstr>
      <vt:lpstr>We need to insert number of menu items taken by customer ,after inserting no. of items </vt:lpstr>
      <vt:lpstr>    Generated Bill </vt:lpstr>
      <vt:lpstr>After clicking TOTAL button it will automatically generate the bill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SUMMER INTERNSHIP PROJECT</dc:title>
  <dc:creator>Windows User</dc:creator>
  <cp:lastModifiedBy>Pritam Singh</cp:lastModifiedBy>
  <cp:revision>19</cp:revision>
  <dcterms:created xsi:type="dcterms:W3CDTF">2018-07-05T16:32:46Z</dcterms:created>
  <dcterms:modified xsi:type="dcterms:W3CDTF">2019-04-22T17:47:13Z</dcterms:modified>
</cp:coreProperties>
</file>